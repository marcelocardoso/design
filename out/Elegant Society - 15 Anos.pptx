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Fotografia real de evento coordenado pela Elegant Society.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1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ap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79615" y="0"/>
            <a:ext cx="5212080" cy="6858000"/>
          </a:xfrm>
          <a:prstGeom prst="rect">
            <a:avLst/>
          </a:prstGeom>
        </p:spPr>
      </p:pic>
      <p:pic>
        <p:nvPicPr>
          <p:cNvPr id="3" name="Image 1" descr="assets/logo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960120"/>
            <a:ext cx="1737360" cy="13334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0120" y="2761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SOCIETY  ·  CERIMONIAL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960120" y="3127248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24"/>
              </a:lnSpc>
              <a:buNone/>
            </a:pPr>
            <a:r>
              <a:rPr lang="en-US" sz="5200" dirty="0">
                <a:solidFill>
                  <a:srgbClr val="F7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Aniversário</a:t>
            </a:r>
            <a:endParaRPr lang="en-US" sz="5200" dirty="0"/>
          </a:p>
          <a:p>
            <a:pPr algn="l" indent="0" marL="0">
              <a:lnSpc>
                <a:spcPts val="5824"/>
              </a:lnSpc>
              <a:buNone/>
            </a:pPr>
            <a:r>
              <a:rPr lang="en-US" sz="5200" dirty="0">
                <a:solidFill>
                  <a:srgbClr val="F7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15 Anos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960120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e cerimonial para uma noite impecável.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96012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DE SERVIÇOS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MOMENTO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146304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28"/>
              </a:lnSpc>
              <a:buNone/>
            </a:pPr>
            <a:r>
              <a:rPr lang="en-US" sz="44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noite</a:t>
            </a:r>
            <a:endParaRPr lang="en-US" sz="4400" dirty="0"/>
          </a:p>
          <a:p>
            <a:pPr algn="l" indent="0" marL="0">
              <a:lnSpc>
                <a:spcPts val="4928"/>
              </a:lnSpc>
              <a:buNone/>
            </a:pPr>
            <a:r>
              <a:rPr lang="en-US" sz="44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inesquecível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52044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aniversário de 15 anos é um marco na vida de uma jovem. É a celebração que reúne a família, marca uma passagem e gera memórias que atravessam décadas.</a:t>
            </a:r>
            <a:endParaRPr lang="en-US" sz="1450" dirty="0"/>
          </a:p>
          <a:p>
            <a:pPr algn="l" indent="0" marL="0">
              <a:lnSpc>
                <a:spcPts val="2248"/>
              </a:lnSpc>
              <a:buNone/>
            </a:pPr>
            <a:endParaRPr lang="en-US" sz="1450" dirty="0"/>
          </a:p>
          <a:p>
            <a:pPr algn="l"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trabalho é cuidar de tudo o que acontece nos bastidores — para que a família viva a festa como convidada, e não como produção.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5452" y="1010412"/>
            <a:ext cx="4407408" cy="4407408"/>
          </a:xfrm>
          <a:prstGeom prst="rect">
            <a:avLst/>
          </a:prstGeom>
          <a:solidFill>
            <a:srgbClr val="C0A17A"/>
          </a:solidFill>
          <a:ln w="6350">
            <a:solidFill>
              <a:srgbClr val="C0A17A"/>
            </a:solidFill>
            <a:prstDash val="solid"/>
          </a:ln>
        </p:spPr>
      </p:sp>
      <p:pic>
        <p:nvPicPr>
          <p:cNvPr id="6" name="Image 0" descr="assets/missao_sq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1051560"/>
            <a:ext cx="4325112" cy="43251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86600" y="553212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doces e painel de 15 anos — evento real coordenado pela Elegant Society.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77240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SOCIETY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682935" y="6199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21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equip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79815" y="0"/>
            <a:ext cx="36118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77240" y="13258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dirty="0">
                <a:solidFill>
                  <a:srgbClr val="F7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costuma</a:t>
            </a:r>
            <a:endParaRPr lang="en-US" sz="4200" dirty="0"/>
          </a:p>
          <a:p>
            <a:pPr algn="l" indent="0" marL="0">
              <a:lnSpc>
                <a:spcPts val="4704"/>
              </a:lnSpc>
              <a:buNone/>
            </a:pPr>
            <a:r>
              <a:rPr lang="en-US" sz="4200" dirty="0">
                <a:solidFill>
                  <a:srgbClr val="F7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sair do lugar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77240" y="28346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0A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80744" y="28346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 no cronograma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80744" y="321868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roteiro mal dimensionado empurra a noite inteira. Cada atraso encurta o tempo de festa.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386791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0A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80744" y="38679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sem ensaio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80744" y="42519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entrada da debutante e a valsa são o ápice da noite — e o que mais sofre sem coordenação.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490118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0A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80744" y="490118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desalinhados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80744" y="5285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DJ, buffet, foto e salão trabalham em ritmos diferentes quando ninguém rege o conjunto.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SOCIETY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391095" y="6199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" y="1010412"/>
            <a:ext cx="4562856" cy="4562856"/>
          </a:xfrm>
          <a:prstGeom prst="rect">
            <a:avLst/>
          </a:prstGeom>
          <a:solidFill>
            <a:srgbClr val="C0A17A"/>
          </a:solidFill>
          <a:ln w="6350">
            <a:solidFill>
              <a:srgbClr val="C0A17A"/>
            </a:solidFill>
            <a:prstDash val="solid"/>
          </a:ln>
        </p:spPr>
      </p:sp>
      <p:pic>
        <p:nvPicPr>
          <p:cNvPr id="3" name="Image 0" descr="assets/debutante_sq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051560"/>
            <a:ext cx="448056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9320" y="1371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MISSÃO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989320" y="178308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</a:t>
            </a:r>
            <a:endParaRPr lang="en-US" sz="4000" dirty="0"/>
          </a:p>
          <a:p>
            <a:pPr algn="l" indent="0" marL="0">
              <a:lnSpc>
                <a:spcPts val="4480"/>
              </a:lnSpc>
              <a:buNone/>
            </a:pPr>
            <a:r>
              <a:rPr lang="en-US" sz="40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sonhos em roteiro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989320" y="361188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Elegant Society, o compromisso é traduzir a personalidade de cada jovem em um evento que corre no horário, respira e emociona.</a:t>
            </a:r>
            <a:endParaRPr lang="en-US" sz="1450" dirty="0"/>
          </a:p>
          <a:p>
            <a:pPr algn="l" indent="0" marL="0">
              <a:lnSpc>
                <a:spcPts val="2248"/>
              </a:lnSpc>
              <a:buNone/>
            </a:pPr>
            <a:endParaRPr lang="en-US" sz="1450" dirty="0"/>
          </a:p>
          <a:p>
            <a:pPr algn="l" indent="0" marL="0">
              <a:lnSpc>
                <a:spcPts val="2248"/>
              </a:lnSpc>
              <a:buNone/>
            </a:pPr>
            <a:r>
              <a:rPr lang="en-US" sz="14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Planejamos o roteiro, alinhamos os fornecedores e conduzimos a noite do primeiro convidado ao último brinde.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SOCIETY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682935" y="6199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TRABALHAMOS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32"/>
              </a:lnSpc>
              <a:buNone/>
            </a:pPr>
            <a:r>
              <a:rPr lang="en-US" sz="36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etapas, do primeiro café à última música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6092" y="2747772"/>
            <a:ext cx="4608576" cy="3273552"/>
          </a:xfrm>
          <a:prstGeom prst="rect">
            <a:avLst/>
          </a:prstGeom>
          <a:solidFill>
            <a:srgbClr val="C0A17A"/>
          </a:solidFill>
          <a:ln w="6350">
            <a:solidFill>
              <a:srgbClr val="C0A17A"/>
            </a:solidFill>
            <a:prstDash val="solid"/>
          </a:ln>
        </p:spPr>
      </p:sp>
      <p:pic>
        <p:nvPicPr>
          <p:cNvPr id="5" name="Image 0" descr="assets/sala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788920"/>
            <a:ext cx="4526280" cy="3191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2788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0A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85800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0" y="324612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para entender estilo, expectativas e o roteiro que a família imagina para a noite.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26480" y="39959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0A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858000" y="3995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58000" y="44531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com todos os fornecedores, montagem do cronograma e checagem do salão.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126480" y="52029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0A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858000" y="52029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Coordenação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58000" y="5660136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no dia: entrada, valsa, apresentações e o suporte aos convidados do início ao fim.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7240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SOCIETY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682935" y="6199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31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11155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8"/>
              </a:lnSpc>
              <a:buNone/>
            </a:pPr>
            <a:r>
              <a:rPr lang="en-US" sz="34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Festas que já coordenamos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23848" y="1796796"/>
            <a:ext cx="2944368" cy="1984248"/>
          </a:xfrm>
          <a:prstGeom prst="rect">
            <a:avLst/>
          </a:prstGeom>
          <a:solidFill>
            <a:srgbClr val="C0A17A"/>
          </a:solidFill>
          <a:ln w="6350">
            <a:solidFill>
              <a:srgbClr val="C0A17A"/>
            </a:solidFill>
            <a:prstDash val="solid"/>
          </a:ln>
        </p:spPr>
      </p:sp>
      <p:pic>
        <p:nvPicPr>
          <p:cNvPr id="5" name="Image 0" descr="assets/gal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5852" y="1828800"/>
            <a:ext cx="288036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23664" y="1796796"/>
            <a:ext cx="2944368" cy="1984248"/>
          </a:xfrm>
          <a:prstGeom prst="rect">
            <a:avLst/>
          </a:prstGeom>
          <a:solidFill>
            <a:srgbClr val="C0A17A"/>
          </a:solidFill>
          <a:ln w="6350">
            <a:solidFill>
              <a:srgbClr val="C0A17A"/>
            </a:solidFill>
            <a:prstDash val="solid"/>
          </a:ln>
        </p:spPr>
      </p:sp>
      <p:pic>
        <p:nvPicPr>
          <p:cNvPr id="7" name="Image 1" descr="assets/gal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55668" y="1828800"/>
            <a:ext cx="2880360" cy="1920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23480" y="1796796"/>
            <a:ext cx="2944368" cy="1984248"/>
          </a:xfrm>
          <a:prstGeom prst="rect">
            <a:avLst/>
          </a:prstGeom>
          <a:solidFill>
            <a:srgbClr val="C0A17A"/>
          </a:solidFill>
          <a:ln w="6350">
            <a:solidFill>
              <a:srgbClr val="C0A17A"/>
            </a:solidFill>
            <a:prstDash val="solid"/>
          </a:ln>
        </p:spPr>
      </p:sp>
      <p:pic>
        <p:nvPicPr>
          <p:cNvPr id="9" name="Image 2" descr="assets/gal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55484" y="1828800"/>
            <a:ext cx="2880360" cy="19202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523848" y="3936492"/>
            <a:ext cx="2944368" cy="1984248"/>
          </a:xfrm>
          <a:prstGeom prst="rect">
            <a:avLst/>
          </a:prstGeom>
          <a:solidFill>
            <a:srgbClr val="C0A17A"/>
          </a:solidFill>
          <a:ln w="6350">
            <a:solidFill>
              <a:srgbClr val="C0A17A"/>
            </a:solidFill>
            <a:prstDash val="solid"/>
          </a:ln>
        </p:spPr>
      </p:sp>
      <p:pic>
        <p:nvPicPr>
          <p:cNvPr id="11" name="Image 3" descr="assets/gal6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555852" y="3968496"/>
            <a:ext cx="2880360" cy="192024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623664" y="3936492"/>
            <a:ext cx="2944368" cy="1984248"/>
          </a:xfrm>
          <a:prstGeom prst="rect">
            <a:avLst/>
          </a:prstGeom>
          <a:solidFill>
            <a:srgbClr val="C0A17A"/>
          </a:solidFill>
          <a:ln w="6350">
            <a:solidFill>
              <a:srgbClr val="C0A17A"/>
            </a:solidFill>
            <a:prstDash val="solid"/>
          </a:ln>
        </p:spPr>
      </p:sp>
      <p:pic>
        <p:nvPicPr>
          <p:cNvPr id="13" name="Image 4" descr="assets/gal4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55668" y="3968496"/>
            <a:ext cx="2880360" cy="192024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723480" y="3936492"/>
            <a:ext cx="2944368" cy="1984248"/>
          </a:xfrm>
          <a:prstGeom prst="rect">
            <a:avLst/>
          </a:prstGeom>
          <a:solidFill>
            <a:srgbClr val="C0A17A"/>
          </a:solidFill>
          <a:ln w="6350">
            <a:solidFill>
              <a:srgbClr val="C0A17A"/>
            </a:solidFill>
            <a:prstDash val="solid"/>
          </a:ln>
        </p:spPr>
      </p:sp>
      <p:pic>
        <p:nvPicPr>
          <p:cNvPr id="15" name="Image 5" descr="assets/gal5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755484" y="3968496"/>
            <a:ext cx="2880360" cy="19202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77240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SOCIETY</a:t>
            </a:r>
            <a:endParaRPr lang="en-US" sz="950" dirty="0"/>
          </a:p>
        </p:txBody>
      </p:sp>
      <p:sp>
        <p:nvSpPr>
          <p:cNvPr id="17" name="Text 9"/>
          <p:cNvSpPr/>
          <p:nvPr/>
        </p:nvSpPr>
        <p:spPr>
          <a:xfrm>
            <a:off x="10682935" y="6199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2"/>
              </a:lnSpc>
              <a:buNone/>
            </a:pPr>
            <a:r>
              <a:rPr lang="en-US" sz="46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Essencial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21214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1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do dia do evento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871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já organizou a festa e precisa de uma equipe profissional para conduzi-la.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33467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INCLUÍDO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14984" y="3657600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alinhamento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936492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14984" y="3936492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da festa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215384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14984" y="4215384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com fornecedores na semana do evento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494276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14984" y="4494276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da entrada da debutante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773168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14984" y="4773168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das apresentações especiais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5052060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4984" y="5052060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do evento por até 6 horas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5330952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014984" y="5330952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aos convidados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62572" y="1193292"/>
            <a:ext cx="4974336" cy="3238451"/>
          </a:xfrm>
          <a:prstGeom prst="rect">
            <a:avLst/>
          </a:prstGeom>
          <a:solidFill>
            <a:srgbClr val="C0A17A"/>
          </a:solidFill>
          <a:ln w="6350">
            <a:solidFill>
              <a:srgbClr val="C0A17A"/>
            </a:solidFill>
            <a:prstDash val="solid"/>
          </a:ln>
        </p:spPr>
      </p:sp>
      <p:pic>
        <p:nvPicPr>
          <p:cNvPr id="22" name="Image 0" descr="assets/pkg_essenci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234440"/>
            <a:ext cx="4892040" cy="315615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903720" y="4939235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5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SUGERIDO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903720" y="5195267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$1,500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777240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SOCIETY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0682935" y="6199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6520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46520" y="12344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2"/>
              </a:lnSpc>
              <a:buNone/>
            </a:pPr>
            <a:r>
              <a:rPr lang="en-US" sz="46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46520" y="21214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1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completa da festa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46520" y="24871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famílias que desejam acompanhamento também na fase de planejamento.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46520" y="33467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INCLUÍDO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46520" y="3657600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684264" y="3657600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reuniões de planejamento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46520" y="3936492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684264" y="3936492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detalhado da festa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4215384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684264" y="4215384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com DJ ou banda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4494276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684264" y="4494276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com fornecedores 2 semanas antes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4773168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684264" y="4773168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da montagem do salão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5052060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684264" y="5052060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da corte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5330952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684264" y="5330952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do evento por até 6 horas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5609844"/>
            <a:ext cx="1828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684264" y="5609844"/>
            <a:ext cx="479145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assistente de cerimonial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" y="1193292"/>
            <a:ext cx="4974336" cy="3238451"/>
          </a:xfrm>
          <a:prstGeom prst="rect">
            <a:avLst/>
          </a:prstGeom>
          <a:solidFill>
            <a:srgbClr val="C0A17A"/>
          </a:solidFill>
          <a:ln w="6350">
            <a:solidFill>
              <a:srgbClr val="C0A17A"/>
            </a:solidFill>
            <a:prstDash val="solid"/>
          </a:ln>
        </p:spPr>
      </p:sp>
      <p:pic>
        <p:nvPicPr>
          <p:cNvPr id="24" name="Image 0" descr="assets/pkg_signa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234440"/>
            <a:ext cx="4892040" cy="315615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77240" y="4939235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5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SUGERIDO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77240" y="5195267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$2,400</a:t>
            </a:r>
            <a:endParaRPr lang="en-US" sz="4000" dirty="0"/>
          </a:p>
        </p:txBody>
      </p:sp>
      <p:sp>
        <p:nvSpPr>
          <p:cNvPr id="27" name="Text 24"/>
          <p:cNvSpPr/>
          <p:nvPr/>
        </p:nvSpPr>
        <p:spPr>
          <a:xfrm>
            <a:off x="777240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SOCIETY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0682935" y="6199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gol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9052560" y="685800"/>
            <a:ext cx="2651760" cy="2035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03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77240" y="12344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24"/>
              </a:lnSpc>
              <a:buNone/>
            </a:pPr>
            <a:r>
              <a:rPr lang="en-US" sz="5200" dirty="0">
                <a:solidFill>
                  <a:srgbClr val="F7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Elite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777240" y="22128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 coordenação completos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26060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D8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entrega mais completa: acompanhamos a família da escolha dos fornecedores ao último presente da noite.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" y="3383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INCLUÍDO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77240" y="3703320"/>
            <a:ext cx="182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014984" y="3703320"/>
            <a:ext cx="46085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 ilimitadas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3991356"/>
            <a:ext cx="182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014984" y="3991356"/>
            <a:ext cx="46085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completo do evento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" y="4279392"/>
            <a:ext cx="182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014984" y="4279392"/>
            <a:ext cx="46085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 na escolha dos fornecedores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4567428"/>
            <a:ext cx="182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014984" y="4567428"/>
            <a:ext cx="46085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técnica ao local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77240" y="4855464"/>
            <a:ext cx="182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014984" y="4855464"/>
            <a:ext cx="46085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do ensaio da valsa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806440" y="3703320"/>
            <a:ext cx="182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044184" y="3703320"/>
            <a:ext cx="46085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da corte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806440" y="3991356"/>
            <a:ext cx="182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044184" y="3991356"/>
            <a:ext cx="46085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do evento por até 8 horas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806440" y="4279392"/>
            <a:ext cx="182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044184" y="4279392"/>
            <a:ext cx="46085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com 2 cerimonialistas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806440" y="4567428"/>
            <a:ext cx="182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044184" y="4567428"/>
            <a:ext cx="46085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final dos presentes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06440" y="5257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50" kern="0" dirty="0">
                <a:solidFill>
                  <a:srgbClr val="DC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SUGERIDO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806440" y="551383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C0A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$3,100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777240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SOCIETY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0682935" y="6199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31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11155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8"/>
              </a:lnSpc>
              <a:buNone/>
            </a:pPr>
            <a:r>
              <a:rPr lang="en-US" sz="34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pacote combina com a sua festa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70916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Essencial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7804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46920" y="2057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Elite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2648" y="2542032"/>
            <a:ext cx="10966399" cy="365760"/>
          </a:xfrm>
          <a:prstGeom prst="rect">
            <a:avLst/>
          </a:prstGeom>
          <a:solidFill>
            <a:srgbClr val="EFE6DA"/>
          </a:solidFill>
          <a:ln w="3175">
            <a:solidFill>
              <a:srgbClr val="EFE6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Reuniões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916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alinhamento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7804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 planejamento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4692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Ilimitadas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festa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0916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7804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detalhado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4692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completo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273552"/>
            <a:ext cx="10966399" cy="365760"/>
          </a:xfrm>
          <a:prstGeom prst="rect">
            <a:avLst/>
          </a:prstGeom>
          <a:solidFill>
            <a:srgbClr val="EFE6DA"/>
          </a:solidFill>
          <a:ln w="3175">
            <a:solidFill>
              <a:srgbClr val="EFE6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com fornecedores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091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do evento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7804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semanas antes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46920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escolha ao evento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3657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técnica ao local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0916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7804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46920" y="3657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005072"/>
            <a:ext cx="10966399" cy="365760"/>
          </a:xfrm>
          <a:prstGeom prst="rect">
            <a:avLst/>
          </a:prstGeom>
          <a:solidFill>
            <a:srgbClr val="EFE6DA"/>
          </a:solidFill>
          <a:ln w="3175">
            <a:solidFill>
              <a:srgbClr val="EFE6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023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Ensaio da valsa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0916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7804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46920" y="4023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Incluído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77240" y="4389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da corte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70916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17804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646920" y="4389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Incluída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2648" y="4736592"/>
            <a:ext cx="10966399" cy="365760"/>
          </a:xfrm>
          <a:prstGeom prst="rect">
            <a:avLst/>
          </a:prstGeom>
          <a:solidFill>
            <a:srgbClr val="EFE6DA"/>
          </a:solidFill>
          <a:ln w="3175">
            <a:solidFill>
              <a:srgbClr val="EFE6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754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coordenação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70916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6h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17804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6h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646920" y="4754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8h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7240" y="5120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no dia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709160" y="5120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Cerimonialista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178040" y="5120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assistente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646920" y="5120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cerimonialistas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12648" y="5468112"/>
            <a:ext cx="10966399" cy="365760"/>
          </a:xfrm>
          <a:prstGeom prst="rect">
            <a:avLst/>
          </a:prstGeom>
          <a:solidFill>
            <a:srgbClr val="EFE6DA"/>
          </a:solidFill>
          <a:ln w="3175">
            <a:solidFill>
              <a:srgbClr val="EFE6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486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1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sugerido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4709160" y="5486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1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7178040" y="5486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1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$2,400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9646920" y="5486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1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$3,100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77240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SOCIETY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682935" y="6199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126187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6"/>
              </a:lnSpc>
              <a:buNone/>
            </a:pPr>
            <a:r>
              <a:rPr lang="en-US" sz="38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Serviços adicionais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Contratáveis junto a qualquer um dos três pacotes.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extra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77640" y="2697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$45/h por funcionário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02666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tempo de coordenação para aproveitar cada momento da noite.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5570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Assistente adicional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77640" y="35570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$250/h por assistente extra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profissional extra no apoio à organização durante o evento.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4165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Ensaio geral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77640" y="44165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$200/h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74573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do ensaio para que cada entrada saia no tempo certo.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52760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21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da corte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977640" y="52760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$200/h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560527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da corte sabendo seu papel e seu momento.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5452" y="1741932"/>
            <a:ext cx="4407408" cy="3282696"/>
          </a:xfrm>
          <a:prstGeom prst="rect">
            <a:avLst/>
          </a:prstGeom>
          <a:solidFill>
            <a:srgbClr val="C0A17A"/>
          </a:solidFill>
          <a:ln w="6350">
            <a:solidFill>
              <a:srgbClr val="C0A17A"/>
            </a:solidFill>
            <a:prstDash val="solid"/>
          </a:ln>
        </p:spPr>
      </p:sp>
      <p:pic>
        <p:nvPicPr>
          <p:cNvPr id="18" name="Image 0" descr="assets/conta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1783080"/>
            <a:ext cx="4325112" cy="3200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086600" y="5138928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15 anos e mesa de doces — montagem acompanhada pela nossa equipe.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77240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SOCIETY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682935" y="6199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C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21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9772" y="827532"/>
            <a:ext cx="3877056" cy="5202936"/>
          </a:xfrm>
          <a:prstGeom prst="rect">
            <a:avLst/>
          </a:prstGeom>
          <a:solidFill>
            <a:srgbClr val="C0A17A"/>
          </a:solidFill>
          <a:ln w="6350">
            <a:solidFill>
              <a:srgbClr val="C0A17A"/>
            </a:solidFill>
            <a:prstDash val="solid"/>
          </a:ln>
        </p:spPr>
      </p:sp>
      <p:pic>
        <p:nvPicPr>
          <p:cNvPr id="3" name="Image 0" descr="assets/momen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868680"/>
            <a:ext cx="379476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77240" y="201168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dirty="0">
                <a:solidFill>
                  <a:srgbClr val="F7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música começa,</a:t>
            </a:r>
            <a:endParaRPr lang="en-US" sz="4000" dirty="0"/>
          </a:p>
          <a:p>
            <a:pPr algn="l" indent="0" marL="0">
              <a:lnSpc>
                <a:spcPts val="4480"/>
              </a:lnSpc>
              <a:buNone/>
            </a:pPr>
            <a:r>
              <a:rPr lang="en-US" sz="4000" dirty="0">
                <a:solidFill>
                  <a:srgbClr val="F7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luzes baixam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77240" y="39776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i="1" dirty="0">
                <a:solidFill>
                  <a:srgbClr val="DC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debutante entra — exatamente no tempo que ensaiamos, exatamente como ela imaginou. É esse instante que a família vai lembrar por vinte anos.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SOCIETY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682935" y="6199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al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pic>
        <p:nvPicPr>
          <p:cNvPr id="3" name="Image 1" descr="assets/logo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68680"/>
            <a:ext cx="1554480" cy="11930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CONVERSAR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777240" y="28803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8"/>
              </a:lnSpc>
              <a:buNone/>
            </a:pPr>
            <a:r>
              <a:rPr lang="en-US" sz="3400" dirty="0">
                <a:solidFill>
                  <a:srgbClr val="F7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Obrigada por</a:t>
            </a:r>
            <a:endParaRPr lang="en-US" sz="3400" dirty="0"/>
          </a:p>
          <a:p>
            <a:pPr algn="l" indent="0" marL="0">
              <a:lnSpc>
                <a:spcPts val="3808"/>
              </a:lnSpc>
              <a:buNone/>
            </a:pPr>
            <a:r>
              <a:rPr lang="en-US" sz="3400" dirty="0">
                <a:solidFill>
                  <a:srgbClr val="F7F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considerar a nossa equipe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777240" y="43159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D8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com a gente para montar um pacote sob medida para a sua festa.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77240" y="5074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77240" y="53218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978 206-8629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834640" y="5074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834640" y="53218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hello@elegantsociety.us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806440" y="5074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806440" y="53218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www.elegantsociety.us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77240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0" kern="0" dirty="0">
                <a:solidFill>
                  <a:srgbClr val="C0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SOCIETY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Society — Coordenação de 15 Anos</dc:title>
  <dc:subject>PptxGenJS Presentation</dc:subject>
  <dc:creator>Elegant Society</dc:creator>
  <cp:lastModifiedBy>Elegant Society</cp:lastModifiedBy>
  <cp:revision>1</cp:revision>
  <dcterms:created xsi:type="dcterms:W3CDTF">2026-08-08T00:30:15Z</dcterms:created>
  <dcterms:modified xsi:type="dcterms:W3CDTF">2026-08-08T00:30:15Z</dcterms:modified>
</cp:coreProperties>
</file>